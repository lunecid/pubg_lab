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4437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abs/pii/S187595212500120X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9.04875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abs/1801.07455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assets/demo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umentation.pubg.com/en/telemetry-events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1709.04875" TargetMode="External"/><Relationship Id="rId5" Type="http://schemas.openxmlformats.org/officeDocument/2006/relationships/hyperlink" Target="https://arxiv.org/abs/1801.07455" TargetMode="External"/><Relationship Id="rId4" Type="http://schemas.openxmlformats.org/officeDocument/2006/relationships/hyperlink" Target="https://www.sciencedirect.com/science/article/abs/pii/S187595212500120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73152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· 2026-05-26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시공간 데이터베이스 모델링 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생존/등수 예측 모델 개발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Database Modeling and Survival / Rank Prediction for PUBG Telemetry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백성은  Sungeun Baek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부산대학교 데이터사이언스전문대학원 · 데이터사이언스학과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8678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202589713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Telemetry를 시공간 DB로 모델링하고 ST-GCN으로 최종 등수를 예측한다.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109728" cy="1097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581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STDB 모델링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Match Data Telemetry를 이동 객체 · 동적 공간 영역 · 공간 사건의 STDB로 재구성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109728" cy="1097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안전구역 축소 분석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축소되는 안전구역 기준 팀 이동 궤적과 생존 환경 변화 정량화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109728" cy="1097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271576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등수 예측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단위 시공간 그래프 기반 최종 등수 예측 (회귀 + Top-K 분류)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374136"/>
            <a:ext cx="109728" cy="1097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28269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시공간 지표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안전구역 경계 거리, 적 밀도, 교전 노출, 위치 안정성 등 phase별 지표 생성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941064"/>
            <a:ext cx="109728" cy="1097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384962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ST-GCN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Graph Convolutional Network로 시공간 구조와 최종 등수 관계 분석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5262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주요어: PUBG · 시공간 데이터베이스 · 안전 구역 · 이동 궤적 · ST-GCN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서론 — 왜 시공간 데이터베이스인가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게임 로그는 시간과 공간이 함께 포함된 데이터이다.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60520" cy="3108960"/>
          </a:xfrm>
          <a:prstGeom prst="roundRect">
            <a:avLst>
              <a:gd name="adj" fmla="val 2059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6916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PUBG는 시공간적이다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3886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플레이어가 지도 위를 이동하고
• 시간이 지나면서 안전구역이 축소되며
• 전투 이벤트가 특정 위치에서 발생한다.
이러한 특성은 PUBG Telemetry를 시공간 데이터베이스 관점에서 분석하기에 적합하게 만든다.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1554480"/>
            <a:ext cx="4160520" cy="3108960"/>
          </a:xfrm>
          <a:prstGeom prst="roundRect">
            <a:avLst>
              <a:gd name="adj" fmla="val 2059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916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6916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분석의 한계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00600" y="210312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분석은 경기 종료 후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킬 수 · 피해량 · 이동거리 · 생존시간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같은 집계 통계에 의존한다.
이러한 결과 중심 통계는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시점의 위치, 안전 구역 경계와의 거리, 주변 적 밀도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같은 시공간적 맥락을 충분히 보여주지 못한다.
</a:t>
            </a:r>
            <a:r>
              <a:rPr lang="en-US" sz="12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위치 · 시간 · 사건을 함께 다루는 분석 구조가 필요하다.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연구 및 본 연구의 차별성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Sagong et al. — Hunter / Sniper / Traveler / Camper 전략 유형 분류 기반 생존 예측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Sagong, Woo, Kim — Phase-based framework for survival prediction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93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19751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2677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공격성 높음 · 활동성 높음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9933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6936" y="19751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06040" y="22677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공격성 높음 · 활동성 낮음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99339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74336" y="19751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663440" y="22677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공격성 낮음 · 활동성 높음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99339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31736" y="19751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Camper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720840" y="226771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공격성 낮음 · 활동성 낮음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2971800"/>
            <a:ext cx="8412480" cy="1600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06324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" y="303580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연구의 차별성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48640" y="34290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연구가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행동 유형 분류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통해 생존을 설명한다면, 본 연구는 PUBG Telemetry를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STDB로 구조화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하고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축소되는 안전구역 속 시공간적 생존환경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중심으로 최종 등수를 분석한다.</a:t>
            </a:r>
            <a:endParaRPr lang="en-US" sz="1200" dirty="0"/>
          </a:p>
        </p:txBody>
      </p:sp>
      <p:sp>
        <p:nvSpPr>
          <p:cNvPr id="24" name="Text 17">
            <a:hlinkClick r:id="rId8"/>
          </p:cNvPr>
          <p:cNvSpPr/>
          <p:nvPr/>
        </p:nvSpPr>
        <p:spPr>
          <a:xfrm>
            <a:off x="548640" y="425196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[Sagong et al. 2025 · ScienceDirect: S187595212500120X]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질문 (RQ1 · RQ2 · RQ3)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06040" cy="2926080"/>
          </a:xfrm>
          <a:prstGeom prst="roundRect">
            <a:avLst>
              <a:gd name="adj" fmla="val 2456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3736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27889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STDB 구조 표현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0352" y="315468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Telemetry는 어떤 시공간 데이터베이스 구조로 표현될 수 있는가?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600200"/>
            <a:ext cx="2606040" cy="2926080"/>
          </a:xfrm>
          <a:prstGeom prst="roundRect">
            <a:avLst>
              <a:gd name="adj" fmla="val 2456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3502152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37360"/>
            <a:ext cx="914400" cy="914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27889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Phase별 변화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02152" y="315468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안전구역 축소에 따라 팀의 이동궤적과 생존환경은 어떻게 변화하는가?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600200"/>
            <a:ext cx="2606040" cy="2926080"/>
          </a:xfrm>
          <a:prstGeom prst="roundRect">
            <a:avLst>
              <a:gd name="adj" fmla="val 2456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6473952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737360"/>
            <a:ext cx="914400" cy="9144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73952" y="27889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등수 예측 가능성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73952" y="315468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시공간 데이터를 통해 각 팀들의 등수 예측이 가능한가? 가능하다면 무엇이 영향을 미치는가?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방법 — 4단계 파이프라인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정리 → STDB 모델링 → phase별 생존환경 분석 → ST-GCN 등수 예측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011680" cy="2606040"/>
          </a:xfrm>
          <a:prstGeom prst="roundRect">
            <a:avLst>
              <a:gd name="adj" fmla="val 3182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288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" y="24688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정리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0352" y="27889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→ 10초 격자 리샘플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팀×시점 단위 정합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95728" y="2834640"/>
            <a:ext cx="182880" cy="182880"/>
          </a:xfrm>
          <a:prstGeom prst="lin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468880" y="1645920"/>
            <a:ext cx="2011680" cy="2606040"/>
          </a:xfrm>
          <a:prstGeom prst="roundRect">
            <a:avLst>
              <a:gd name="adj" fmla="val 3182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606040" y="175564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8288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33472" y="24688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STDB 모델링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33472" y="27889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객체 · 동적 영역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공간 사건 추상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498848" y="2834640"/>
            <a:ext cx="182880" cy="182880"/>
          </a:xfrm>
          <a:prstGeom prst="lin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572000" y="1645920"/>
            <a:ext cx="2011680" cy="2606040"/>
          </a:xfrm>
          <a:prstGeom prst="roundRect">
            <a:avLst>
              <a:gd name="adj" fmla="val 3182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4709160" y="175564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82880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36592" y="24688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Phase별 분석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36592" y="27889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phase별 생존환경 지표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(거리/밀도/노출/안정성)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601968" y="2834640"/>
            <a:ext cx="182880" cy="182880"/>
          </a:xfrm>
          <a:prstGeom prst="lin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6675120" y="1645920"/>
            <a:ext cx="2011680" cy="2606040"/>
          </a:xfrm>
          <a:prstGeom prst="roundRect">
            <a:avLst>
              <a:gd name="adj" fmla="val 3182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6812280" y="175564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82880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39712" y="24688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ST-GCN 예측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839712" y="27889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Graph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→ 최종 등수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①②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STDB 모델링: 이동 객체 · 동적 공간 영역 · 공간 사건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47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719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이동 객체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2011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/ 팀의 위치는 시간에 따라 변화하는 이동 객체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633472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98064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7523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동적 공간 영역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30449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안전구역은 시간에 따라 크기·위치가 변하는 동적 공간 영역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666744"/>
            <a:ext cx="4023360" cy="9601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31336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7856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공간 사건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05840" y="40782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이벤트는 특정 시간과 위치에서 발생하는 공간 사건</a:t>
            </a:r>
            <a:endParaRPr lang="en-US" sz="1050" dirty="0"/>
          </a:p>
        </p:txBody>
      </p:sp>
      <p:pic>
        <p:nvPicPr>
          <p:cNvPr id="18" name="Image 3" descr="/Users/lunecid/project/PUBG/presentation_build/assets/demo_he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600200"/>
            <a:ext cx="4206240" cy="2560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0" y="42519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스키마 — stdb.moving_objects · dynamic_regions · spatial_events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③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Phase별 생존환경 분석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011680" cy="1691640"/>
          </a:xfrm>
          <a:prstGeom prst="roundRect">
            <a:avLst>
              <a:gd name="adj" fmla="val 3784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1907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안전구역 경계 거리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468880" y="1600200"/>
            <a:ext cx="2011680" cy="1691640"/>
          </a:xfrm>
          <a:prstGeom prst="roundRect">
            <a:avLst>
              <a:gd name="adj" fmla="val 3784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71907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224028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주변 적 밀도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0" y="1600200"/>
            <a:ext cx="2011680" cy="1691640"/>
          </a:xfrm>
          <a:prstGeom prst="roundRect">
            <a:avLst>
              <a:gd name="adj" fmla="val 3784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71907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224028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교전 노출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675120" y="1600200"/>
            <a:ext cx="2011680" cy="1691640"/>
          </a:xfrm>
          <a:prstGeom prst="roundRect">
            <a:avLst>
              <a:gd name="adj" fmla="val 3784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719072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6560" y="2240280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안정성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④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ST-GCN — Spatio-Temporal Graph Conv. Network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= 팀 · 엣지 = 근접/교전 · 시간축 = 연속 시점 그래프 연결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(GLU)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04872" y="2103120"/>
            <a:ext cx="182880" cy="182880"/>
          </a:xfrm>
          <a:prstGeom prst="lin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560320" y="169164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5176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GCN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A_t (dynamic)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9432" y="2103120"/>
            <a:ext cx="182880" cy="182880"/>
          </a:xfrm>
          <a:prstGeom prst="lin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2011680" cy="109728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(GLU)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93992" y="2103120"/>
            <a:ext cx="182880" cy="182880"/>
          </a:xfrm>
          <a:prstGeom prst="lin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995160" y="1691640"/>
            <a:ext cx="1783080" cy="109728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086600" y="1783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over T
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rank head (회귀)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Top-K head (분류)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146304" cy="14630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1792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324612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(N≤25 zero-padded)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3017520"/>
            <a:ext cx="146304" cy="14630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816352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06040" y="324612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거리 + 교전 엣지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017520"/>
            <a:ext cx="146304" cy="14630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10912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00600" y="324612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팀의 연속 시점 연결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3017520"/>
            <a:ext cx="146304" cy="14630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205472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95160" y="324612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등수 + Top-5/10 진입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STGCN — Yu, Yin, Zhu (2018) </a:t>
            </a:r>
            <a:r>
              <a:rPr lang="en-US" sz="1000" i="1" u="sng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[arxiv:1709.04875]</a:t>
            </a: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ST-GCN — Yan, Xiong, Lin (2018) </a:t>
            </a:r>
            <a:r>
              <a:rPr lang="en-US" sz="1000" i="1" u="sng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[arxiv:1801.07455]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3D — Erangel STDB 시공간 시각화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지형 mesh 위에서 팀이 이동하고, 안전구역이 cylinder로 축소된다.</a:t>
            </a:r>
            <a:endParaRPr lang="en-US" sz="1200" dirty="0"/>
          </a:p>
        </p:txBody>
      </p:sp>
      <p:pic>
        <p:nvPicPr>
          <p:cNvPr id="6" name="Image 0" descr="/Users/lunecid/project/PUBG/presentation_build/assets/demo_hero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804672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terrain mesh · 팀 궤적 · 축소되는 안전구역 cylinder · ST-GCN hazard rank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결과 + 평가 지표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STDB 표현 가능성과 ST-GCN 등수 예측의 정량 결과를 함께 보고한다.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206240" cy="3017520"/>
          </a:xfrm>
          <a:prstGeom prst="roundRect">
            <a:avLst>
              <a:gd name="adj" fmla="val 2121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Telemetry가 시공간 DB로 표현 가능함을 보인다.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 팀 / 상위권 팀 예측 모델을 개발한다.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6576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e-sports 중계·관전 환경에서 활용 가능한 시공간 피드백 자료를 제공한다.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600200"/>
            <a:ext cx="4069080" cy="3017520"/>
          </a:xfrm>
          <a:prstGeom prst="roundRect">
            <a:avLst>
              <a:gd name="adj" fmla="val 2121"/>
            </a:avLst>
          </a:prstGeom>
          <a:solidFill>
            <a:srgbClr val="F8FAFC"/>
          </a:solidFill>
          <a:ln w="9525">
            <a:solidFill>
              <a:srgbClr val="D1D8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metrics  (Baltic_Main / squad-fpp)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267712"/>
            <a:ext cx="3794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matches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201168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523744"/>
            <a:ext cx="3794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team labels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226771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779776"/>
            <a:ext cx="3794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46320" y="252374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(rank, ↓)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52374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035808"/>
            <a:ext cx="3794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46320" y="27797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(rank, ↓)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277977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291840"/>
            <a:ext cx="3794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46320" y="30358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(↑)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303580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547872"/>
            <a:ext cx="3794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846320" y="3291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AUC (↑)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329184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3904"/>
            <a:ext cx="3794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46320" y="35478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accuracy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354787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059936"/>
            <a:ext cx="3794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846320" y="38039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AUC (↑)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38039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315968"/>
            <a:ext cx="3794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846320" y="40599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accuracy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40880" y="405993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문헌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463040" cy="27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KRAFTON.  PUBG API Documentation — Telemetry and Telemetry Events.
</a:t>
            </a:r>
            <a:r>
              <a:rPr lang="en-US" sz="1100" i="1" u="sng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https://documentation.pubg.com/en/telemetry-events.html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4688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Sagong C., Woo J. Y., Kim H. K.  Are you a Hunter or Camper? A phase-based framework for real-time survival prediction in battle royale using FightScore and ActiveScore.
</a:t>
            </a:r>
            <a:r>
              <a:rPr lang="en-US" sz="1100" i="1" u="sng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https://www.sciencedirect.com/science/article/abs/pii/S187595212500120X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S., Xiong Y., Lin D.  Spatial Temporal Graph Convolutional Networks for Skeleton-Based Action Recognition.  (2018)
</a:t>
            </a:r>
            <a:r>
              <a:rPr lang="en-US" sz="1100" i="1" u="sng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https://arxiv.org/abs/1801.07455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114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B., Yin H., Zhu Z.  Spatio-Temporal Graph Convolutional Networks: A Deep Learning Framework for Traffic Forecasting.  (2018)
</a:t>
            </a:r>
            <a:r>
              <a:rPr lang="en-US" sz="1100" i="1" u="sng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https://arxiv.org/abs/1709.04875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PUBG Telemetry의 시공간 데이터베이스 모델링 및 생존/등수 예측 모델 개발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1179</Words>
  <Application>Microsoft Macintosh PowerPoint</Application>
  <PresentationFormat>화면 슬라이드 쇼(16:9)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PUBG Telemetry STDB &amp; ST-GCN — Final Presentation</dc:title>
  <dc:subject>PptxGenJS Presentation</dc:subject>
  <dc:creator>Sungeun Baek (백성은)</dc:creator>
  <cp:lastModifiedBy>백성은</cp:lastModifiedBy>
  <cp:revision>7</cp:revision>
  <dcterms:created xsi:type="dcterms:W3CDTF">2026-05-26T06:04:23Z</dcterms:created>
  <dcterms:modified xsi:type="dcterms:W3CDTF">2026-05-26T06:08:39Z</dcterms:modified>
</cp:coreProperties>
</file>